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 varScale="1">
        <p:scale>
          <a:sx n="88" d="100"/>
          <a:sy n="88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9DAB-D0C0-FBC8-857C-74421C54F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2FEB8-582F-3154-8622-C5159A19C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6FBD8-553E-0A34-4343-2065C38C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A1227-EA46-6963-C674-E6A116A6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A7AD-BD88-29CD-3771-BB258EB8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8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2640-8CE7-96C7-C269-3349D4DC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E6C9-920C-1B36-449B-59F1CA96D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6AD72-76D2-325B-0293-4EE929BC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A2EF-AEBA-E8D3-D279-4A7E8581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7BFB-A7C1-57D9-7DF0-E7BBB4D2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5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C63F-D450-3E21-4823-AE8D86A7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32FA7-D0DB-4A53-1507-5CD157C1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3742E-AF21-18E6-355E-1210FD66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93949-811B-8054-7207-807A1223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2125-F154-130D-DC70-94451D1A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4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05F1-6CB3-70AD-28A4-D289A74B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E7E3-20E9-2391-67E8-5D0E980A1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9044E-9EEF-A37A-9E5A-91A345FFA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1E917-C4B5-A5AA-B26C-211C05842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E31AA-1DCC-6CA5-7C37-7C4F7E40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BAD4A-7163-D72D-2601-195EB5B3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7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90AB-4B54-AFC2-0A55-F7AFD715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7FE71-7B0B-DDD8-CE6F-8F2A1DF98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C157D-78BD-2345-034F-A85117131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30DC9-ACD4-1DF0-F7B8-D851E0DF4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32E82-03D4-783C-5746-7CF495A39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23F2D-E6F4-7E70-1AB2-51D53008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15C5C-96F2-4C30-7D02-CE06777F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80CA5-D35A-FF2B-FDF3-D80D42D6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9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3A50-0728-1C10-BF45-995359C5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69CD8-8904-7EA3-8DC4-43C246F5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DA517-D351-4EB9-A3E8-88152A06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D1C33-9B6B-479D-D08A-478C7B06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9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6EAF6-C7C8-399A-CDEA-B341CE19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23259-E87B-FA4C-2340-E622F646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4519E-E2A3-CB2C-029C-7FA35D5C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FE26-0C25-3EDD-138D-4D0650DF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58514-FE19-AD9B-8EAA-0295FCB0E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66720-825A-3D33-7939-6FF01D4F1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3A66B-25C4-AA99-33A6-4DFB5459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FCE60-8155-CD87-69C2-7ECBE04B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04CE5-F135-92C3-6A47-9FAD2068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6B85E-D58C-91D5-AC8D-CDF874D2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FF52B-C1B7-050C-6F2A-61196D7A0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FCA35-4DF5-2497-BAFB-925268E66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F15C9-AA45-8FC5-D93C-91EEAF12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E83D-46C5-EE9D-BB8F-0FB893E9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F82EC-AA1D-C875-29FB-213873BB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5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149D-C86D-F2DE-BE13-F8CB0B0C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706E5-5BFC-7942-046D-2369D8DDC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784D3-A687-6139-9424-7BE9BE4D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A1A6-973C-37B1-AF56-54BAD4C1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D2614-C241-1ABE-5674-724A6B6B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9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06F87-8FE0-D4A2-6656-A78DA6331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3E886-AFF4-24FC-62E0-19C1DE565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BD4B1-7072-7821-15B0-422F0A32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70CB-21DE-56DF-83A6-9CB26920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0EB2B-4207-5DD1-78EB-BB91F6DF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8C3339-F34A-9923-28AC-99C25F3E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1DA1F-7055-EFA6-6DA6-BD148F59D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2DA1F-D2D1-DDF3-467A-9E1568764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5E389-5933-AB4B-8D37-04EEF92F954E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B940B-4A37-1C4B-CA5D-8D84373BE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B584C-3228-6CAC-803E-202C7C26C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CB902-DACE-B54D-9DAD-ED523F4DB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4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E1C1120-10C3-BE9F-8693-91CA92569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3029" y="1121228"/>
            <a:ext cx="609600" cy="6096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A0F24B1-07B7-11EA-2125-4A386D06D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49421" y="2119084"/>
            <a:ext cx="557893" cy="55789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3C4ACAA-EA8D-F820-8BCD-92A36F775D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9256" y="3777342"/>
            <a:ext cx="638629" cy="63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9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Nunnery</dc:creator>
  <cp:lastModifiedBy>Lukas Nunnery</cp:lastModifiedBy>
  <cp:revision>1</cp:revision>
  <dcterms:created xsi:type="dcterms:W3CDTF">2025-07-18T13:48:13Z</dcterms:created>
  <dcterms:modified xsi:type="dcterms:W3CDTF">2025-07-18T13:55:05Z</dcterms:modified>
</cp:coreProperties>
</file>